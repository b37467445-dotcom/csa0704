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57" r:id="rId4"/>
    <p:sldId id="258" r:id="rId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SS" initials="R" lastIdx="1" clrIdx="0">
    <p:extLst>
      <p:ext uri="{19B8F6BF-5375-455C-9EA6-DF929625EA0E}">
        <p15:presenceInfo xmlns:p15="http://schemas.microsoft.com/office/powerpoint/2012/main" userId="RS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5174" y="212115"/>
            <a:ext cx="3933650" cy="717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875" y="1175208"/>
            <a:ext cx="8035925" cy="349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D0D0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1525" y="4778067"/>
            <a:ext cx="2051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2149647"/>
            <a:ext cx="8658958" cy="42210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49250">
              <a:lnSpc>
                <a:spcPct val="100899"/>
              </a:lnSpc>
              <a:spcBef>
                <a:spcPts val="90"/>
              </a:spcBef>
            </a:pPr>
            <a:r>
              <a:rPr lang="en-US" sz="2800" dirty="0">
                <a:latin typeface="Times New Roman"/>
                <a:cs typeface="Times New Roman"/>
              </a:rPr>
              <a:t>Cloud Networking Through The OSI Architecture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287" y="3942805"/>
            <a:ext cx="2275264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2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Guided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endParaRPr lang="en-US" sz="1800" spc="-25" dirty="0">
              <a:latin typeface="Times New Roman"/>
              <a:cs typeface="Times New Roman"/>
            </a:endParaRPr>
          </a:p>
          <a:p>
            <a:pPr marL="12700" marR="5080" indent="482600">
              <a:lnSpc>
                <a:spcPct val="100000"/>
              </a:lnSpc>
              <a:spcBef>
                <a:spcPts val="100"/>
              </a:spcBef>
            </a:pPr>
            <a:r>
              <a:rPr lang="en-IN" spc="-25" dirty="0" err="1">
                <a:latin typeface="Times New Roman"/>
                <a:cs typeface="Times New Roman"/>
              </a:rPr>
              <a:t>Dr.P.Jesu</a:t>
            </a:r>
            <a:r>
              <a:rPr lang="en-IN" spc="-25" dirty="0">
                <a:latin typeface="Times New Roman"/>
                <a:cs typeface="Times New Roman"/>
              </a:rPr>
              <a:t> </a:t>
            </a:r>
            <a:r>
              <a:rPr lang="en-IN" spc="-25" dirty="0" err="1">
                <a:latin typeface="Times New Roman"/>
                <a:cs typeface="Times New Roman"/>
              </a:rPr>
              <a:t>Jayarin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93206" y="1288761"/>
            <a:ext cx="355758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TECHNICAL PRESENTATION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6450" y="3942805"/>
            <a:ext cx="23266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03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Presented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S.Bhoomika(192524291</a:t>
            </a:r>
            <a:r>
              <a:rPr sz="1400" spc="-10" dirty="0">
                <a:latin typeface="Arial MT"/>
                <a:cs typeface="Arial MT"/>
              </a:rPr>
              <a:t>)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125" y="277125"/>
            <a:ext cx="7828549" cy="8312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F35806-CC42-CB54-DFD9-7FF28A236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8867"/>
            <a:ext cx="999831" cy="853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5F5AF8-E0C2-FC23-735C-8B3DED4B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165336"/>
            <a:ext cx="908383" cy="920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F62B36-9944-E62C-FA00-1F16855F415B}"/>
              </a:ext>
            </a:extLst>
          </p:cNvPr>
          <p:cNvSpPr txBox="1"/>
          <p:nvPr/>
        </p:nvSpPr>
        <p:spPr>
          <a:xfrm>
            <a:off x="609600" y="1085912"/>
            <a:ext cx="7543800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/>
              <a:t>Cloud networking is a modern networking approach that uses cloud computing to provide secure, scalable, and flexible network services over the Internet.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/>
              <a:t>The OSI (Open Systems Interconnection) model provides a standardized seven-layer framework for understanding how data is transmitted between devices in a cloud environment.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/>
              <a:t>Each OSI layer performs a specific function, such as data transmission, routing, encryption, and application support, ensuring efficient </a:t>
            </a:r>
            <a:r>
              <a:rPr lang="en-US" sz="1400" dirty="0" err="1"/>
              <a:t>communication.Cloud</a:t>
            </a:r>
            <a:r>
              <a:rPr lang="en-US" sz="1400" dirty="0"/>
              <a:t> networking improves performance, reliability, and resource sharing, making it suitable for businesses, educational institutions, healthcare, and other online services.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dirty="0"/>
              <a:t>This presentation explains how cloud networking operates through the OSI architecture and highlights its advantages, applications, and importance in modern communication systems.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9ED94-804B-0BE0-27EB-F057C0CAAE87}"/>
              </a:ext>
            </a:extLst>
          </p:cNvPr>
          <p:cNvSpPr txBox="1"/>
          <p:nvPr/>
        </p:nvSpPr>
        <p:spPr>
          <a:xfrm>
            <a:off x="1905000" y="52916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 </a:t>
            </a:r>
          </a:p>
        </p:txBody>
      </p:sp>
    </p:spTree>
    <p:extLst>
      <p:ext uri="{BB962C8B-B14F-4D97-AF65-F5344CB8AC3E}">
        <p14:creationId xmlns:p14="http://schemas.microsoft.com/office/powerpoint/2010/main" val="21755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064" rIns="0" bIns="0" rtlCol="0">
            <a:spAutoFit/>
          </a:bodyPr>
          <a:lstStyle/>
          <a:p>
            <a:pPr marL="550545">
              <a:lnSpc>
                <a:spcPct val="100000"/>
              </a:lnSpc>
              <a:spcBef>
                <a:spcPts val="120"/>
              </a:spcBef>
            </a:pPr>
            <a:r>
              <a:rPr lang="en-IN" sz="2600" spc="-10">
                <a:latin typeface="Times New Roman"/>
                <a:cs typeface="Times New Roman"/>
              </a:rPr>
              <a:t>INTRODUCTION</a:t>
            </a:r>
            <a:endParaRPr lang="en-IN"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581150"/>
            <a:ext cx="8288655" cy="2865272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54965" marR="140970" indent="-342900">
              <a:lnSpc>
                <a:spcPct val="114999"/>
              </a:lnSpc>
              <a:buFont typeface="Wingdings" panose="05000000000000000000" pitchFamily="2" charset="2"/>
              <a:buChar char="v"/>
              <a:tabLst>
                <a:tab pos="48196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Cloud networking is the use of cloud computing technologies to connect devices, applications, and services over the Internet.</a:t>
            </a:r>
          </a:p>
          <a:p>
            <a:pPr marL="354965" marR="140970" indent="-342900">
              <a:lnSpc>
                <a:spcPct val="114999"/>
              </a:lnSpc>
              <a:buFont typeface="Wingdings" panose="05000000000000000000" pitchFamily="2" charset="2"/>
              <a:buChar char="v"/>
              <a:tabLst>
                <a:tab pos="48196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The OSI (Open Systems Interconnection) Model is a seven-layer framework that explains how data is transmitted between devices in a network.</a:t>
            </a:r>
          </a:p>
          <a:p>
            <a:pPr marL="354965" marR="140970" indent="-342900">
              <a:lnSpc>
                <a:spcPct val="114999"/>
              </a:lnSpc>
              <a:buFont typeface="Wingdings" panose="05000000000000000000" pitchFamily="2" charset="2"/>
              <a:buChar char="v"/>
              <a:tabLst>
                <a:tab pos="48196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In cloud networking, the OSI model helps organize communication by assigning specific tasks to each network layer.</a:t>
            </a:r>
          </a:p>
          <a:p>
            <a:pPr marL="354965" marR="140970" indent="-342900">
              <a:lnSpc>
                <a:spcPct val="114999"/>
              </a:lnSpc>
              <a:buFont typeface="Wingdings" panose="05000000000000000000" pitchFamily="2" charset="2"/>
              <a:buChar char="v"/>
              <a:tabLst>
                <a:tab pos="48196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Cloud networking enables secure, reliable, and scalable data transmission, making it suitable for businesses, education, healthcare, and online services.</a:t>
            </a:r>
          </a:p>
          <a:p>
            <a:pPr marL="354965" marR="140970" indent="-342900">
              <a:lnSpc>
                <a:spcPct val="114999"/>
              </a:lnSpc>
              <a:buFont typeface="Wingdings" panose="05000000000000000000" pitchFamily="2" charset="2"/>
              <a:buChar char="v"/>
              <a:tabLst>
                <a:tab pos="481965" algn="l"/>
              </a:tabLst>
            </a:pPr>
            <a:r>
              <a:rPr lang="en-US" sz="1600" dirty="0">
                <a:latin typeface="Times New Roman"/>
                <a:cs typeface="Times New Roman"/>
              </a:rPr>
              <a:t>Understanding the relationship between cloud networking and the OSI model helps in designing efficient, secure, and high-performance network systems.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8200" y="205975"/>
            <a:ext cx="904874" cy="923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60675"/>
            <a:ext cx="1079899" cy="9239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IN" spc="-25" smtClean="0"/>
              <a:t>3</a:t>
            </a:fld>
            <a:endParaRPr lang="en-IN"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739" rIns="0" bIns="0" rtlCol="0">
            <a:spAutoFit/>
          </a:bodyPr>
          <a:lstStyle/>
          <a:p>
            <a:pPr marL="633730">
              <a:lnSpc>
                <a:spcPct val="100000"/>
              </a:lnSpc>
              <a:spcBef>
                <a:spcPts val="120"/>
              </a:spcBef>
            </a:pPr>
            <a:r>
              <a:rPr sz="2600" spc="-10" dirty="0">
                <a:latin typeface="Times New Roman"/>
                <a:cs typeface="Times New Roman"/>
              </a:rPr>
              <a:t>OBJECTIVE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4" y="1323989"/>
            <a:ext cx="7821295" cy="3541354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81965" indent="-469265">
              <a:lnSpc>
                <a:spcPct val="150000"/>
              </a:lnSpc>
              <a:spcBef>
                <a:spcPts val="440"/>
              </a:spcBef>
              <a:buFont typeface="SimSun-ExtB"/>
              <a:buChar char="❖"/>
              <a:tabLst>
                <a:tab pos="48196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To understand the concept of cloud networking and its role in modern communication systems.</a:t>
            </a:r>
          </a:p>
          <a:p>
            <a:pPr marL="481965" indent="-469265">
              <a:lnSpc>
                <a:spcPct val="150000"/>
              </a:lnSpc>
              <a:spcBef>
                <a:spcPts val="440"/>
              </a:spcBef>
              <a:buFont typeface="SimSun-ExtB"/>
              <a:buChar char="❖"/>
              <a:tabLst>
                <a:tab pos="48196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To study the seven layers of the OSI model and understand the function of each layer.</a:t>
            </a:r>
          </a:p>
          <a:p>
            <a:pPr marL="481965" indent="-469265">
              <a:lnSpc>
                <a:spcPct val="150000"/>
              </a:lnSpc>
              <a:spcBef>
                <a:spcPts val="440"/>
              </a:spcBef>
              <a:buFont typeface="SimSun-ExtB"/>
              <a:buChar char="❖"/>
              <a:tabLst>
                <a:tab pos="48196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To explain how the OSI model supports cloud networking by enabling efficient and reliable data communication.</a:t>
            </a:r>
          </a:p>
          <a:p>
            <a:pPr marL="481965" indent="-469265">
              <a:lnSpc>
                <a:spcPct val="150000"/>
              </a:lnSpc>
              <a:spcBef>
                <a:spcPts val="440"/>
              </a:spcBef>
              <a:buFont typeface="SimSun-ExtB"/>
              <a:buChar char="❖"/>
              <a:tabLst>
                <a:tab pos="48196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To analyze the benefits of cloud networking, including scalability, security, flexibility, and cost-effectiveness.</a:t>
            </a:r>
          </a:p>
          <a:p>
            <a:pPr marL="481965" indent="-469265">
              <a:lnSpc>
                <a:spcPct val="150000"/>
              </a:lnSpc>
              <a:spcBef>
                <a:spcPts val="440"/>
              </a:spcBef>
              <a:buFont typeface="SimSun-ExtB"/>
              <a:buChar char="❖"/>
              <a:tabLst>
                <a:tab pos="481965" algn="l"/>
              </a:tabLst>
            </a:pPr>
            <a:r>
              <a:rPr lang="en-US" sz="1600" spc="-10" dirty="0">
                <a:latin typeface="Times New Roman"/>
                <a:cs typeface="Times New Roman"/>
              </a:rPr>
              <a:t>To explore real-world applications of cloud networking in services such as Google Cloud, Microsoft Azure, Amazon Web Services (AWS), and online storage platforms.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8000" y="165800"/>
            <a:ext cx="904874" cy="923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52400"/>
            <a:ext cx="999524" cy="8521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366</Words>
  <Application>Microsoft Office PowerPoint</Application>
  <PresentationFormat>On-screen Show (16:9)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SimSun-ExtB</vt:lpstr>
      <vt:lpstr>Arial MT</vt:lpstr>
      <vt:lpstr>Times New Roman</vt:lpstr>
      <vt:lpstr>Wingdings</vt:lpstr>
      <vt:lpstr>Office Theme</vt:lpstr>
      <vt:lpstr>TECHNICAL PRESENTATION</vt:lpstr>
      <vt:lpstr>PowerPoint Presentation</vt:lpstr>
      <vt:lpstr>INTRODUCTION</vt:lpstr>
      <vt:lpstr>OBJECTIVE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Smart Traffic Signal Control Framework Using Traffic Density–Based Decision Making</dc:title>
  <dc:creator>RSS</dc:creator>
  <cp:lastModifiedBy>Bhoomika S</cp:lastModifiedBy>
  <cp:revision>6</cp:revision>
  <dcterms:created xsi:type="dcterms:W3CDTF">2025-12-18T07:26:40Z</dcterms:created>
  <dcterms:modified xsi:type="dcterms:W3CDTF">2026-07-16T14:37:20Z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2025-12-18T00:00:00Z</vt:filetime>
  </property>
</Properties>
</file>